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Act Profit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Four Absolutes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the Three Absolutes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Clarity: every decision rolls up to one of the three—no scope creep.</a:t>
            </a:r>
          </a:p>
          <a:p>
            <a:r>
              <a:t>• Speed: templates + standards let us produce faster without losing quality.</a:t>
            </a:r>
          </a:p>
          <a:p>
            <a:r>
              <a:t>• Quality control: each absolute has simple success measures (see KPIs).</a:t>
            </a:r>
          </a:p>
          <a:p>
            <a:r>
              <a:t>• Trust: retirees see plain-English promises, proof, and a simple guarantee.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Absolute #1 — World-Class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Short, focused lessons (5–20 minutes) in plain English.</a:t>
            </a:r>
          </a:p>
          <a:p>
            <a:r>
              <a:t>• Printable and online-fillable worksheets; large-print versions (16–18pt).</a:t>
            </a:r>
          </a:p>
          <a:p>
            <a:r>
              <a:t>• Real retiree examples (not tech-bro stories).</a:t>
            </a:r>
          </a:p>
          <a:p>
            <a:r>
              <a:t>• Every lesson ends with a small, doable action.</a:t>
            </a:r>
          </a:p>
          <a:p>
            <a:r>
              <a:t>• 7-Step Validation appendix in every module to prevent wasted effort.</a:t>
            </a:r>
          </a:p>
          <a:p/>
          <a:p>
            <a:r>
              <a:t>KPIs:</a:t>
            </a:r>
          </a:p>
          <a:p>
            <a:r>
              <a:t>• Lesson completion rate</a:t>
            </a:r>
          </a:p>
          <a:p>
            <a:r>
              <a:t>• Worksheet completion rate</a:t>
            </a:r>
          </a:p>
          <a:p>
            <a:r>
              <a:t>• Week-one plan completion</a:t>
            </a:r>
          </a:p>
          <a:p>
            <a:r>
              <a:t>• NPS</a:t>
            </a:r>
          </a:p>
          <a:p>
            <a:r>
              <a:t>• Refund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Absolute #2 — World-Class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promise, proof, and a simple money-back guarantee.</a:t>
            </a:r>
          </a:p>
          <a:p>
            <a:r>
              <a:t>• Large-type friendly, WCAG-compliant landing page.</a:t>
            </a:r>
          </a:p>
          <a:p>
            <a:r>
              <a:t>• Ad testing library (FB/YouTube/Radio).</a:t>
            </a:r>
          </a:p>
          <a:p>
            <a:r>
              <a:t>• Quizzes that segment users.</a:t>
            </a:r>
          </a:p>
          <a:p>
            <a:r>
              <a:t>• Plain-English emails with one CTA.</a:t>
            </a:r>
          </a:p>
          <a:p/>
          <a:p>
            <a:r>
              <a:t>KPIs:</a:t>
            </a:r>
          </a:p>
          <a:p>
            <a:r>
              <a:t>• Landing conversion</a:t>
            </a:r>
          </a:p>
          <a:p>
            <a:r>
              <a:t>• Cost per lead</a:t>
            </a:r>
          </a:p>
          <a:p>
            <a:r>
              <a:t>• Open/click rates</a:t>
            </a:r>
          </a:p>
          <a:p>
            <a:r>
              <a:t>• CTR and ROAS</a:t>
            </a:r>
          </a:p>
          <a:p>
            <a:r>
              <a:t>• Refund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Absolute #3 — World-Class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Owned: email list + website.</a:t>
            </a:r>
          </a:p>
          <a:p>
            <a:r>
              <a:t>• Paid: smart small ads ($100–$300).</a:t>
            </a:r>
          </a:p>
          <a:p>
            <a:r>
              <a:t>• Community: local orgs &amp; clubs.</a:t>
            </a:r>
          </a:p>
          <a:p>
            <a:r>
              <a:t>• Earned: press, one-sheets, talks.</a:t>
            </a:r>
          </a:p>
          <a:p>
            <a:r>
              <a:t>• Leave-behinds with QR checklist.</a:t>
            </a:r>
          </a:p>
          <a:p/>
          <a:p>
            <a:r>
              <a:t>KPIs:</a:t>
            </a:r>
          </a:p>
          <a:p>
            <a:r>
              <a:t>• Partners</a:t>
            </a:r>
          </a:p>
          <a:p>
            <a:r>
              <a:t>• Workshop opt-ins</a:t>
            </a:r>
          </a:p>
          <a:p>
            <a:r>
              <a:t>• Referrals</a:t>
            </a:r>
          </a:p>
          <a:p>
            <a:r>
              <a:t>• Lead channel mix</a:t>
            </a:r>
          </a:p>
          <a:p>
            <a:r>
              <a:t>• CPA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 Objective — Sustainable Horizontal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Diversified offers, recurring income, multiple channels.</a:t>
            </a:r>
          </a:p>
          <a:p>
            <a:r>
              <a:t>• Reasonable workload.</a:t>
            </a:r>
          </a:p>
          <a:p>
            <a:r>
              <a:t>• Guardrails:</a:t>
            </a:r>
          </a:p>
          <a:p>
            <a:r>
              <a:t>  - Ops ≤ 10 hrs/wk</a:t>
            </a:r>
          </a:p>
          <a:p>
            <a:r>
              <a:t>  - No single product &gt; 40%</a:t>
            </a:r>
          </a:p>
          <a:p>
            <a:r>
              <a:t>  - Refunds &lt; 5%</a:t>
            </a:r>
          </a:p>
          <a:p>
            <a:r>
              <a:t>  - 3 months cash buffer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